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Ausrichten (0:00–0:03). Begrüssen, kurz persönlich abholen: Wer hätte gern eine eigene Website? Thema und Dauer nennen, betonen: heute geht es ums selbst Ausprobieren.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– Reaktivieren (0:03–0:06). Per Handzeichen fragen, wer schon eine KI genutzt hat. Brücke bauen: KI baut ganze Websites. Dialogisch, aktivierend.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Ausrichten. Ablauf zeigen, Orientierung geben. Schwerpunkt: Verarbeiten (8 Min.). Gesamt 23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Ausrichten. Die drei Lernziele in eigenen Worten nennen (nach Mager, beobachtbar). Kurz 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– Informieren (0:06–0:11). Kurzer, einfacher Input – keine Fachbegriffe. Die vier Punkte nennen, dann Demo mit einem vorab generierten Beispiel (die Generierung dauert mehrere Minuten – nicht live abwarten). Stoffreduktion: kein Code, kein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– Informieren. Kernbotschaft betonen. Beispiel: «freundlich, kurze Texte» statt nur «schön». Überleitung zum Baukasten.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→ V. Drei Schritte zeigen, Link/QR teilen, einmal vormachen. Ergebnis über ein vorab generiertes Beispiel zeigen. Dann übernehmen die Teilnehmenden.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 – Verarbeiten (0:11–0:19). Aktivste Phase (~8 Min.). Die Teilnehmenden bauen ihren Prompt und starten die Generierung – sie läuft mehrere Minuten weiter, also nicht abwarten. Herumgehen, Hilfestellung geben. Fertige Ergebnisse später im Gruppenchat teilen. Tipp für Einsteiger:innen: den Schalter „Einfach &amp; schnell“ im Baukasten anhaken — schnelleres, überschaubareres Ergebnis.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Auswerten (0:19–0:23). Lernzielkontrolle: drei Schritte und zwei Bau-Beispiele nennen lassen (Murmelrunde). Fragen zulassen.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Abschluss. Teilnehmende zeigen sich ihre Ergebnisse und posten den Link in den WhatsApp-Gruppenchat. Danken, zum Weiterprobieren ermutigen.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3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515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A1A1AA"/>
                </a:solidFill>
                <a:latin typeface="Arial"/>
              </a:rPr>
              <a:t>SVEB · MINILEKTION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Meine eigene Website mit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A1A1AA"/>
                </a:solidFill>
                <a:latin typeface="Arial"/>
              </a:rPr>
              <a:t>Ohne Programmieren – beschreiben, die KI baut.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5074920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868680" y="5303520"/>
            <a:ext cx="10469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A1A1AA"/>
                </a:solidFill>
                <a:latin typeface="Arial"/>
              </a:rPr>
              <a:t>20–25 Min.      Absolute Einsteiger:innen      Name / Datum: 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3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A1A1AA"/>
                </a:solidFill>
                <a:latin typeface="Arial"/>
              </a:rPr>
              <a:t>EINSTIEG &amp; REAKTIVIEREN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„Wer hätte gern eine </a:t>
            </a:r>
            <a:r>
              <a:rPr sz="3600" b="1" i="0">
                <a:solidFill>
                  <a:srgbClr val="FFFFFF"/>
                </a:solidFill>
                <a:latin typeface="Arial"/>
              </a:rPr>
              <a:t>eigene Website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– und wen schreckt der Aufwand ab?“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4114800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868680" y="443484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E7E7EA"/>
                </a:solidFill>
                <a:latin typeface="Arial"/>
              </a:rPr>
              <a:t>Wer hat schon einmal eine KI (z. B. ChatGPT) gefragt?</a:t>
            </a:r>
          </a:p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E7E7EA"/>
                </a:solidFill>
                <a:latin typeface="Arial"/>
              </a:rPr>
              <a:t>KI schreibt nicht nur Texte – sie baut ganze </a:t>
            </a:r>
            <a:r>
              <a:rPr sz="1900" b="1" i="0">
                <a:solidFill>
                  <a:srgbClr val="FFFFFF"/>
                </a:solidFill>
                <a:latin typeface="Arial"/>
              </a:rPr>
              <a:t>Websites.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ABLAUF · ARIVA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So läuft die Lektion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233172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78407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Ausrichten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3′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Ziele &amp; Ablauf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62656" y="2514600"/>
            <a:ext cx="0" cy="274320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3072384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2384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Reaktivieren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3′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An KI anknüpfen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56632" y="2514600"/>
            <a:ext cx="0" cy="274320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5166360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Informieren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5′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AI Studio + Demo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50608" y="2514600"/>
            <a:ext cx="0" cy="274320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7260336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0336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Verarbeiten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8′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Selbst bauen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44584" y="2514600"/>
            <a:ext cx="0" cy="274320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9354311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4311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Auswerten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4′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Prüfen &amp; Abschluss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8680" y="534924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868680" y="5532120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1">
                <a:solidFill>
                  <a:srgbClr val="71717A"/>
                </a:solidFill>
                <a:latin typeface="Arial"/>
              </a:rPr>
              <a:t>Gesamt 23 Minuten — Schwerpunkt: selbst ausprobieren.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LERNZIELE · NACH MAGER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Was ihr danach könnt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246888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Oval 5"/>
          <p:cNvSpPr/>
          <p:nvPr/>
        </p:nvSpPr>
        <p:spPr>
          <a:xfrm>
            <a:off x="868680" y="2761488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405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724912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Erklären, was Google AI Studio ist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Zwei Beispiele nennen, was man damit bauen kann.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749039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0" name="Oval 9"/>
          <p:cNvSpPr/>
          <p:nvPr/>
        </p:nvSpPr>
        <p:spPr>
          <a:xfrm>
            <a:off x="868680" y="4041648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1421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005072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Einen Website-Auftrag bauen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Mit dem Baukasten einen klaren Prompt zusammenstellen.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502920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4" name="Oval 13"/>
          <p:cNvSpPr/>
          <p:nvPr/>
        </p:nvSpPr>
        <p:spPr>
          <a:xfrm>
            <a:off x="868680" y="5321808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943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285232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Eine erste Website erzeugen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Prompt in AI Studio einfügen, Vorschau sehen.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630936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INFORMIEREN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Was ist Google AI Studio?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233172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Oval 5"/>
          <p:cNvSpPr/>
          <p:nvPr/>
        </p:nvSpPr>
        <p:spPr>
          <a:xfrm>
            <a:off x="868680" y="2551176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2374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47802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21316"/>
                </a:solidFill>
                <a:latin typeface="Arial"/>
              </a:rPr>
              <a:t>Kostenloses Web-Tool von Google  </a:t>
            </a:r>
            <a:r>
              <a:rPr sz="1400" b="0" i="0">
                <a:solidFill>
                  <a:srgbClr val="71717A"/>
                </a:solidFill>
                <a:latin typeface="Arial"/>
              </a:rPr>
              <a:t>Build-Modus auf aistudio.google.com/apps – nichts installieren.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264408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0" name="Oval 9"/>
          <p:cNvSpPr/>
          <p:nvPr/>
        </p:nvSpPr>
        <p:spPr>
          <a:xfrm>
            <a:off x="868680" y="3483863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5643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410712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21316"/>
                </a:solidFill>
                <a:latin typeface="Arial"/>
              </a:rPr>
              <a:t>Beschreiben statt programmieren  </a:t>
            </a:r>
            <a:r>
              <a:rPr sz="1400" b="0" i="0">
                <a:solidFill>
                  <a:srgbClr val="71717A"/>
                </a:solidFill>
                <a:latin typeface="Arial"/>
              </a:rPr>
              <a:t>In normaler Sprache sagen, was du willst.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4197096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4" name="Oval 13"/>
          <p:cNvSpPr/>
          <p:nvPr/>
        </p:nvSpPr>
        <p:spPr>
          <a:xfrm>
            <a:off x="868680" y="4416552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89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343400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21316"/>
                </a:solidFill>
                <a:latin typeface="Arial"/>
              </a:rPr>
              <a:t>Sofort sichtbar  </a:t>
            </a:r>
            <a:r>
              <a:rPr sz="1400" b="0" i="0">
                <a:solidFill>
                  <a:srgbClr val="71717A"/>
                </a:solidFill>
                <a:latin typeface="Arial"/>
              </a:rPr>
              <a:t>Die Vorschau erscheint live.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5129783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8" name="Oval 17"/>
          <p:cNvSpPr/>
          <p:nvPr/>
        </p:nvSpPr>
        <p:spPr>
          <a:xfrm>
            <a:off x="868680" y="5349240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21807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276088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21316"/>
                </a:solidFill>
                <a:latin typeface="Arial"/>
              </a:rPr>
              <a:t>Einfach anpassen  </a:t>
            </a:r>
            <a:r>
              <a:rPr sz="1400" b="0" i="0">
                <a:solidFill>
                  <a:srgbClr val="71717A"/>
                </a:solidFill>
                <a:latin typeface="Arial"/>
              </a:rPr>
              <a:t>Änderung als nächste Nachricht schreiben.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68680" y="6062471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DAS WICHTIGSTE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10469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5000" b="1" i="0">
                <a:solidFill>
                  <a:srgbClr val="121316"/>
                </a:solidFill>
                <a:latin typeface="Arial"/>
              </a:rPr>
              <a:t>Ein guter Auftrag =
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469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000" b="1" i="0">
                <a:solidFill>
                  <a:srgbClr val="2563EB"/>
                </a:solidFill>
                <a:latin typeface="Arial"/>
              </a:rPr>
              <a:t>ein gutes Ergebnis.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469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71717A"/>
                </a:solidFill>
                <a:latin typeface="Arial"/>
              </a:rPr>
              <a:t>Je konkreter du beschreibst, desto besser wird die Website.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DER WEG ZUR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In drei Schritten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265176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Oval 5"/>
          <p:cNvSpPr/>
          <p:nvPr/>
        </p:nvSpPr>
        <p:spPr>
          <a:xfrm>
            <a:off x="868680" y="2926079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89864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871215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Baukasten ausfüllen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Fragen beantworten – der Prompt entsteht automatisch.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79476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0" name="Oval 9"/>
          <p:cNvSpPr/>
          <p:nvPr/>
        </p:nvSpPr>
        <p:spPr>
          <a:xfrm>
            <a:off x="868680" y="4069080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4164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014216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Prompt kopieren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Ein Klick auf „Prompt kopieren“.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493776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4" name="Oval 13"/>
          <p:cNvSpPr/>
          <p:nvPr/>
        </p:nvSpPr>
        <p:spPr>
          <a:xfrm>
            <a:off x="868680" y="5212080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18464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157216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In AI Studio einfügen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Einfügen, abschicken – die Vorschau erscheint.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608076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3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A1A1AA"/>
                </a:solidFill>
                <a:latin typeface="Arial"/>
              </a:rPr>
              <a:t>VERARBEITEN · CA. 8 MIN · EINZELN ODER ZU ZWEIT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Jetzt seid ihr dran.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743200"/>
            <a:ext cx="457200" cy="45720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7157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761488"/>
            <a:ext cx="6035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E7E7EA"/>
                </a:solidFill>
                <a:latin typeface="Arial"/>
              </a:rPr>
              <a:t>Baukasten öffnen (QR rechts).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493008"/>
            <a:ext cx="457200" cy="45720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6557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511296"/>
            <a:ext cx="6035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E7E7EA"/>
                </a:solidFill>
                <a:latin typeface="Arial"/>
              </a:rPr>
              <a:t>Für die eigene Idee ausfüllen.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42816"/>
            <a:ext cx="457200" cy="45720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1538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261103"/>
            <a:ext cx="6035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E7E7EA"/>
                </a:solidFill>
                <a:latin typeface="Arial"/>
              </a:rPr>
              <a:t>Prompt kopieren.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992624"/>
            <a:ext cx="457200" cy="45720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65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010912"/>
            <a:ext cx="6035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E7E7EA"/>
                </a:solidFill>
                <a:latin typeface="Arial"/>
              </a:rPr>
              <a:t>In AI Studio einfügen und starten.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879592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0" i="1">
                <a:solidFill>
                  <a:srgbClr val="A1A1AA"/>
                </a:solidFill>
                <a:latin typeface="Arial"/>
              </a:rPr>
              <a:t>Die Generierung dauert ein paar Minuten — starten, nicht warten. Ergebnis später im Gruppenchat teilen.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2468880"/>
            <a:ext cx="29718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880360"/>
            <a:ext cx="1508760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12480" y="4617720"/>
            <a:ext cx="2880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21316"/>
                </a:solidFill>
                <a:latin typeface="Arial"/>
              </a:rPr>
              <a:t>criseone.github.io/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21316"/>
                </a:solidFill>
                <a:latin typeface="Arial"/>
              </a:rPr>
              <a:t>meine-website-ai-studio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AUSWERTEN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Was bleibt hängen?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35040" y="2468880"/>
            <a:ext cx="0" cy="310896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868680" y="23774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71717A"/>
                </a:solidFill>
                <a:latin typeface="Arial"/>
              </a:rPr>
              <a:t>Die drei Schritte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17520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21316"/>
                </a:solidFill>
                <a:latin typeface="Arial"/>
              </a:rPr>
              <a:t>1   Baukasten ausfüllen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21316"/>
                </a:solidFill>
                <a:latin typeface="Arial"/>
              </a:rPr>
              <a:t>2   Prompt kopieren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21316"/>
                </a:solidFill>
                <a:latin typeface="Arial"/>
              </a:rPr>
              <a:t>3   In AI Studio einfügen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71717A"/>
                </a:solidFill>
                <a:latin typeface="Arial"/>
              </a:rPr>
              <a:t>Lernzielkontrolle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017520"/>
            <a:ext cx="4846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 i="0">
                <a:solidFill>
                  <a:srgbClr val="121316"/>
                </a:solidFill>
                <a:latin typeface="Arial"/>
              </a:rPr>
              <a:t>Was ist Google AI Studio?</a:t>
            </a:r>
          </a:p>
          <a:p>
            <a:pPr algn="l">
              <a:spcAft>
                <a:spcPts val="1100"/>
              </a:spcAft>
            </a:pPr>
            <a:r>
              <a:rPr sz="1600" b="0" i="0">
                <a:solidFill>
                  <a:srgbClr val="121316"/>
                </a:solidFill>
                <a:latin typeface="Arial"/>
              </a:rPr>
              <a:t>Nenne zwei Dinge, die man damit bauen kann.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121316"/>
                </a:solidFill>
                <a:latin typeface="Arial"/>
              </a:rPr>
              <a:t>Wofür würdest DU eine Website bauen?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" y="576072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868680" y="5943600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1">
                <a:solidFill>
                  <a:srgbClr val="71717A"/>
                </a:solidFill>
                <a:latin typeface="Arial"/>
              </a:rPr>
              <a:t>Fragen? Dann: selbst weiterprobieren.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3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Geschafft – und jetzt?</a:t>
            </a:r>
          </a:p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A1A1AA"/>
                </a:solidFill>
                <a:latin typeface="Arial"/>
              </a:rPr>
              <a:t>Eure Website ist nur einen Prompt entfernt.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68680" y="3200400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5" name="Oval 4"/>
          <p:cNvSpPr/>
          <p:nvPr/>
        </p:nvSpPr>
        <p:spPr>
          <a:xfrm>
            <a:off x="868680" y="3474720"/>
            <a:ext cx="548640" cy="54864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44728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438144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Zeigt euch eure Ergebnisse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1A1AA"/>
                </a:solidFill>
                <a:latin typeface="Arial"/>
              </a:rPr>
              <a:t>Kurz herumgehen, Ideen holen.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4434840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9" name="Oval 8"/>
          <p:cNvSpPr/>
          <p:nvPr/>
        </p:nvSpPr>
        <p:spPr>
          <a:xfrm>
            <a:off x="868680" y="4709159"/>
            <a:ext cx="548640" cy="54864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81727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672583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Teilt euren Link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1A1AA"/>
                </a:solidFill>
                <a:latin typeface="Arial"/>
              </a:rPr>
              <a:t>Vorschau-Link in den WhatsApp-Gruppenchat posten.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5669279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868680" y="5897879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1">
                <a:solidFill>
                  <a:srgbClr val="A1A1AA"/>
                </a:solidFill>
                <a:latin typeface="Arial"/>
              </a:rPr>
              <a:t>Danke fürs Mitmachen.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